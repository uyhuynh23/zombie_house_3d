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58b9fc421a43fa" /><Relationship Type="http://schemas.openxmlformats.org/officeDocument/2006/relationships/extended-properties" Target="/docProps/app.xml" Id="R6cef5281a1c04cef" /><Relationship Type="http://schemas.openxmlformats.org/officeDocument/2006/relationships/officeDocument" Target="/ppt/presentation.xml" Id="Rc034d2c231094f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74a2c7d682405a"/>
  </p:sldMasterIdLst>
  <p:notesMasterIdLst>
    <p:notesMasterId xmlns:r="http://schemas.openxmlformats.org/officeDocument/2006/relationships" r:id="R1c3a16b0ae0b4f94"/>
  </p:notesMasterIdLst>
  <p:sldIdLst>
    <p:sldId xmlns:r="http://schemas.openxmlformats.org/officeDocument/2006/relationships" id="256" r:id="Rec432b32299d4305"/>
    <p:sldId xmlns:r="http://schemas.openxmlformats.org/officeDocument/2006/relationships" id="257" r:id="R903c8a0e574046d6"/>
    <p:sldId xmlns:r="http://schemas.openxmlformats.org/officeDocument/2006/relationships" id="258" r:id="R1ab2c6a282b04932"/>
    <p:sldId xmlns:r="http://schemas.openxmlformats.org/officeDocument/2006/relationships" id="259" r:id="R6a2e135f256a4597"/>
    <p:sldId xmlns:r="http://schemas.openxmlformats.org/officeDocument/2006/relationships" id="260" r:id="Rbf50887b918f4c85"/>
    <p:sldId xmlns:r="http://schemas.openxmlformats.org/officeDocument/2006/relationships" id="261" r:id="Ra6fd6b85350a4af6"/>
    <p:sldId xmlns:r="http://schemas.openxmlformats.org/officeDocument/2006/relationships" id="262" r:id="R377b1a806f404d02"/>
    <p:sldId xmlns:r="http://schemas.openxmlformats.org/officeDocument/2006/relationships" id="263" r:id="R6b664237634d4d7a"/>
    <p:sldId xmlns:r="http://schemas.openxmlformats.org/officeDocument/2006/relationships" id="264" r:id="Rcba203c05bfa45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70fdedd90540eb" /><Relationship Type="http://schemas.openxmlformats.org/officeDocument/2006/relationships/slideMaster" Target="/ppt/slideMasters/slideMaster1.xml" Id="R3974a2c7d682405a" /><Relationship Type="http://schemas.openxmlformats.org/officeDocument/2006/relationships/notesMaster" Target="/ppt/notesMasters/notesMaster1.xml" Id="R1c3a16b0ae0b4f94" /><Relationship Type="http://schemas.openxmlformats.org/officeDocument/2006/relationships/presProps" Target="/ppt/presProps.xml" Id="R33eee69ef7504482" /><Relationship Type="http://schemas.openxmlformats.org/officeDocument/2006/relationships/tableStyles" Target="/ppt/tableStyles.xml" Id="Rf0b7bd3a280642e8" /><Relationship Type="http://schemas.openxmlformats.org/officeDocument/2006/relationships/slide" Target="/ppt/slides/slide1.xml" Id="Rec432b32299d4305" /><Relationship Type="http://schemas.openxmlformats.org/officeDocument/2006/relationships/slide" Target="/ppt/slides/slide2.xml" Id="R903c8a0e574046d6" /><Relationship Type="http://schemas.openxmlformats.org/officeDocument/2006/relationships/slide" Target="/ppt/slides/slide3.xml" Id="R1ab2c6a282b04932" /><Relationship Type="http://schemas.openxmlformats.org/officeDocument/2006/relationships/slide" Target="/ppt/slides/slide4.xml" Id="R6a2e135f256a4597" /><Relationship Type="http://schemas.openxmlformats.org/officeDocument/2006/relationships/slide" Target="/ppt/slides/slide5.xml" Id="Rbf50887b918f4c85" /><Relationship Type="http://schemas.openxmlformats.org/officeDocument/2006/relationships/slide" Target="/ppt/slides/slide6.xml" Id="Ra6fd6b85350a4af6" /><Relationship Type="http://schemas.openxmlformats.org/officeDocument/2006/relationships/slide" Target="/ppt/slides/slide7.xml" Id="R377b1a806f404d02" /><Relationship Type="http://schemas.openxmlformats.org/officeDocument/2006/relationships/slide" Target="/ppt/slides/slide8.xml" Id="R6b664237634d4d7a" /><Relationship Type="http://schemas.openxmlformats.org/officeDocument/2006/relationships/slide" Target="/ppt/slides/slide9.xml" Id="Rcba203c05bfa45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6539b0997b40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af612a3aef4a61" /><Relationship Type="http://schemas.openxmlformats.org/officeDocument/2006/relationships/notesMaster" Target="/ppt/notesMasters/notesMaster1.xml" Id="Rbf4965dfca0541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4fee81844341e2" /><Relationship Type="http://schemas.openxmlformats.org/officeDocument/2006/relationships/notesMaster" Target="/ppt/notesMasters/notesMaster1.xml" Id="Rd75c6fd785b549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eae39e727d4e2a" /><Relationship Type="http://schemas.openxmlformats.org/officeDocument/2006/relationships/notesMaster" Target="/ppt/notesMasters/notesMaster1.xml" Id="R6243811986b847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e0ad57c0604c7d" /><Relationship Type="http://schemas.openxmlformats.org/officeDocument/2006/relationships/notesMaster" Target="/ppt/notesMasters/notesMaster1.xml" Id="R4b0606e2321649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569479d61147fd" /><Relationship Type="http://schemas.openxmlformats.org/officeDocument/2006/relationships/notesMaster" Target="/ppt/notesMasters/notesMaster1.xml" Id="Ra65d1a1603c445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012a7fca344772" /><Relationship Type="http://schemas.openxmlformats.org/officeDocument/2006/relationships/notesMaster" Target="/ppt/notesMasters/notesMaster1.xml" Id="Rbe48bc03869b4b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3c5a7d12384153" /><Relationship Type="http://schemas.openxmlformats.org/officeDocument/2006/relationships/notesMaster" Target="/ppt/notesMasters/notesMaster1.xml" Id="Rd00f5b63200a4d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536e517b9d4079" /><Relationship Type="http://schemas.openxmlformats.org/officeDocument/2006/relationships/notesMaster" Target="/ppt/notesMasters/notesMaster1.xml" Id="Rcec203e9728f47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59fdf3dde54097" /><Relationship Type="http://schemas.openxmlformats.org/officeDocument/2006/relationships/notesMaster" Target="/ppt/notesMasters/notesMaster1.xml" Id="Rd266e92811c44e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asset Assets/Textures/MainMenuBG.jpg. Introduce the team and the central premise: defend the house against zombie waves.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round objective. Screenshot placeholder: capture the active MapDay scene with player, house, and enemies in view. Character portrait source: project asset Assets/Data/Characters/Portraits/Barbarian_Portrait.png.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core loop from resource collection through plant placement and combat. The final slide distinguishes the two round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the player actively participates rather than watching an automated defense. Screenshot placeholder: capture movement or a melee attack near a plantable square.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 through the resource decision: sun enables placement, and plant positions determine lane coverage. Project asset portraits shown at lower left. Screenshot placeholder: show a Peashooter attacking zombies.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Focus on the defensive tension: enemies approach the house, while the player and plants must remove them before base health reaches zero. Screenshot placeholder: a wave and the house on the same frame. Project zombie texture appears as a supporting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tie together orientation and feedback. Screenshot placeholder: make a capture with minimap and HUD visible. Minimap marker source: project asset Assets/Minimap/location_maker.png.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how the team uses Unity 6.3 LTS, URP, C#, and GitHub. Screenshot placeholder: pick the strongest final map scene.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assigning the team roles and emphasizing the remaining integration and testing work before the deadline.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d165c040fe4a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4bd40158ab4dff" /><Relationship Type="http://schemas.openxmlformats.org/officeDocument/2006/relationships/slideLayout" Target="/ppt/slideLayouts/slideLayout1.xml" Id="R5e6f18a2154c4c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6f18a2154c4c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37407fcea4e10" /><Relationship Type="http://schemas.openxmlformats.org/officeDocument/2006/relationships/image" Target="/ppt/media/image.jpeg" Id="R957b64ba5ed14aea" /><Relationship Type="http://schemas.openxmlformats.org/officeDocument/2006/relationships/notesSlide" Target="/ppt/notesSlides/notesSlide1.xml" Id="R22053faff7c842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32d51ed954f35" /><Relationship Type="http://schemas.openxmlformats.org/officeDocument/2006/relationships/image" Target="/ppt/media/image.png" Id="Rfae78eca53ac4536" /><Relationship Type="http://schemas.openxmlformats.org/officeDocument/2006/relationships/notesSlide" Target="/ppt/notesSlides/notesSlide2.xml" Id="R73712f7d79b244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a7c8fd3a64503" /><Relationship Type="http://schemas.openxmlformats.org/officeDocument/2006/relationships/notesSlide" Target="/ppt/notesSlides/notesSlide3.xml" Id="R40a0adf5811140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85b9220c14502" /><Relationship Type="http://schemas.openxmlformats.org/officeDocument/2006/relationships/notesSlide" Target="/ppt/notesSlides/notesSlide4.xml" Id="R656286bf531b40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52b7ca52d4ecc" /><Relationship Type="http://schemas.openxmlformats.org/officeDocument/2006/relationships/image" Target="/ppt/media/image2.png" Id="Rd385385da40946ba" /><Relationship Type="http://schemas.openxmlformats.org/officeDocument/2006/relationships/image" Target="/ppt/media/image3.png" Id="Ra4697b8edbd74ea5" /><Relationship Type="http://schemas.openxmlformats.org/officeDocument/2006/relationships/notesSlide" Target="/ppt/notesSlides/notesSlide5.xml" Id="Ree964e31f3004f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4a93c9ba44158" /><Relationship Type="http://schemas.openxmlformats.org/officeDocument/2006/relationships/image" Target="/ppt/media/image4.png" Id="Rc276cd6eaa864554" /><Relationship Type="http://schemas.openxmlformats.org/officeDocument/2006/relationships/notesSlide" Target="/ppt/notesSlides/notesSlide6.xml" Id="R7ebfdf5380be48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1ba91d0a04068" /><Relationship Type="http://schemas.openxmlformats.org/officeDocument/2006/relationships/image" Target="/ppt/media/image5.png" Id="R93af48d8c4234857" /><Relationship Type="http://schemas.openxmlformats.org/officeDocument/2006/relationships/notesSlide" Target="/ppt/notesSlides/notesSlide7.xml" Id="R4ce9dacdecef45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88e8b23b742f0" /><Relationship Type="http://schemas.openxmlformats.org/officeDocument/2006/relationships/notesSlide" Target="/ppt/notesSlides/notesSlide8.xml" Id="Rfe4c3fce57054f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5ad16ec85448c" /><Relationship Type="http://schemas.openxmlformats.org/officeDocument/2006/relationships/notesSlide" Target="/ppt/notesSlides/notesSlide9.xml" Id="Rd2f94c0ad76a41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b64ba5ed14aea"/>
          <a:srcRect xmlns:a="http://schemas.openxmlformats.org/drawingml/2006/main" l="388" t="0" r="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BA189-80A1-4CE2-8758-50782F29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33">
              <a:alpha val="75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3F3A8-4FBB-4B27-BD68-8535C46E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83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ZOMBIE HOUSE 3D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D042C-53C3-44DA-B6C7-010AB42E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E5F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E5F4E8"/>
                </a:solidFill>
                <a:latin typeface="Helvetica Neue"/>
                <a:ea typeface="Helvetica Neue"/>
                <a:cs typeface="Helvetica Neue"/>
              </a:rPr>
              <a:t>A third-person 3D defense game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C25E1-CEF8-438D-A9C0-A1192BEA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CB5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8810D-200C-422B-A913-8D69ABF3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CS427 - 3D Visualization and Game Development</a:t>
            </a:r>
          </a:p>
          <a:p xmlns:a="http://schemas.openxmlformats.org/drawingml/2006/main">
            <a:pPr>
              <a:def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University of Science, VNUHCM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329ED-B3FA-43CB-9B80-8C8A8EF5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388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Huynh Tran Uy  |  Tran My An  |  Nguyen Hoang Gia Han  |  Pham Bao Kha</a:t>
            </a:r>
          </a:p>
        </p:txBody>
      </p:sp>
    </p:spTree>
    <p:extLst>
      <p:ext uri="{BB962C8B-B14F-4D97-AF65-F5344CB8AC3E}">
        <p14:creationId xmlns:p14="http://schemas.microsoft.com/office/powerpoint/2010/main" val="2974695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9E00D-E840-4C3E-AB48-C32E9DB3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Game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7F2DB-AEAB-4681-9ED2-7109A178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CB5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83414-D974-49E8-A34F-C94E9AFF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660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466070"/>
                </a:solidFill>
                <a:latin typeface="Helvetica Neue"/>
                <a:ea typeface="Helvetica Neue"/>
                <a:cs typeface="Helvetica Neue"/>
              </a:rPr>
              <a:t>CS427  |  Zombie House 3D  | 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DDA23-B66C-4F25-9093-36F53EBA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rPr>
              <a:t>Protect the house while zombie waves advance.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48618-24B5-4C00-9D33-C5FEC696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Move through a low-poly 3D map and fight nearby enemies.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Spend sun resources to place plant defenders.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Clear every wave before the house health reaches zero.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AA9B9-41E1-4D87-8E72-4A8736AB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24000"/>
            <a:ext cx="514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19050">
            <a:solidFill>
              <a:srgbClr val="1E6473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rPr>
              <a:t>GAMEPLAY SCREENSHOT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rPr>
              <a:t>Insert a wide capture showing the player, house, and an active lane.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16A8F-D5C2-47F1-959D-BD0B93CD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191125"/>
            <a:ext cx="500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660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466070"/>
                </a:solidFill>
                <a:latin typeface="Helvetica Neue"/>
                <a:ea typeface="Helvetica Neue"/>
                <a:cs typeface="Helvetica Neue"/>
              </a:rPr>
              <a:t>Suggested capture: MapDay after the player spawns near the defended house.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78eca53ac4536"/>
          <a:stretch xmlns:a="http://schemas.openxmlformats.org/drawingml/2006/main"/>
        </p:blipFill>
        <p:spPr>
          <a:xfrm xmlns:a="http://schemas.openxmlformats.org/drawingml/2006/main">
            <a:off x="4114800" y="5181600"/>
            <a:ext cx="914400" cy="914400"/>
          </a:xfrm>
          <a:prstGeom xmlns:a="http://schemas.openxmlformats.org/drawingml/2006/main" prst="roundRect">
            <a:avLst>
              <a:gd name="adj" fmla="val 12500"/>
            </a:avLst>
          </a:prstGeom>
        </p:spPr>
      </p:pic>
    </p:spTree>
    <p:extLst>
      <p:ext uri="{BB962C8B-B14F-4D97-AF65-F5344CB8AC3E}">
        <p14:creationId xmlns:p14="http://schemas.microsoft.com/office/powerpoint/2010/main" val="286799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F278A0-3091-4A5C-B12F-24DC2EA3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Core Gameplay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D4543-E2B4-42C9-9B07-D11331ED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CB5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4EC52-1BD0-4F64-A31E-73E84726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660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466070"/>
                </a:solidFill>
                <a:latin typeface="Helvetica Neue"/>
                <a:ea typeface="Helvetica Neue"/>
                <a:cs typeface="Helvetica Neue"/>
              </a:rPr>
              <a:t>CS427  |  Zombie House 3D  | 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8A7BF-DC5F-48D3-AB95-EF029FE5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rPr>
              <a:t>A round repeats one clear decision cycle.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0C13D-60E4-4A56-B32D-E4900D8B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CB5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58B55-D78A-4605-998A-F5687716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81275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90C90-2DD6-4C6B-8125-25AF1CED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Collect sun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4DDC0-74D7-4726-83CE-4D55325D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4660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466070"/>
                </a:solidFill>
                <a:latin typeface="Helvetica Neue"/>
                <a:ea typeface="Helvetica Neue"/>
                <a:cs typeface="Helvetica Neue"/>
              </a:rPr>
              <a:t>Fund the defense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2091A-65CA-4B5D-86C2-E612A919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647950"/>
            <a:ext cx="552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647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810A8-9F97-4C17-944D-51C8B1BB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CB5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73127-D634-4F8F-83C5-A383A9D1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81275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45A2B-7DB1-4BBF-B62C-2919C481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05175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Place plants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2C1E7-5BFB-4C76-9034-66353055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528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4660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466070"/>
                </a:solidFill>
                <a:latin typeface="Helvetica Neue"/>
                <a:ea typeface="Helvetica Neue"/>
                <a:cs typeface="Helvetica Neue"/>
              </a:rPr>
              <a:t>Cover key lanes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7EC86-ADF5-4097-8450-9A99D93A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47950"/>
            <a:ext cx="552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647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D4162-BB23-45A0-98B8-84898490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CB5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E44B8-DEF2-4B08-ACE3-699F10E7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81275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561A1C-87F0-4D79-9060-5041394C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05175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Fight zombies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1BD1DE-E5FC-4B9A-9F6B-14C7BF96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528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4660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466070"/>
                </a:solidFill>
                <a:latin typeface="Helvetica Neue"/>
                <a:ea typeface="Helvetica Neue"/>
                <a:cs typeface="Helvetica Neue"/>
              </a:rPr>
              <a:t>Support the defenses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7F10F-765D-4DF0-90E1-96D4D6ED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47950"/>
            <a:ext cx="552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647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CD90BE-65B3-4765-855D-8064D1BF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76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CB5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8947AF-6A65-44FE-90D1-5CBFAA06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81275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0C0CE3-704C-41BA-BC54-1B0273A1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05175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6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Protect the house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6BBE5C-8C83-4D4E-AA73-BDD84F3A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528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4660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466070"/>
                </a:solidFill>
                <a:latin typeface="Helvetica Neue"/>
                <a:ea typeface="Helvetica Neue"/>
                <a:cs typeface="Helvetica Neue"/>
              </a:rPr>
              <a:t>Win after all waves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A5C473-334D-4FB6-A550-07BE0AA4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67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0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A03D31"/>
                </a:solidFill>
                <a:latin typeface="Helvetica Neue"/>
                <a:ea typeface="Helvetica Neue"/>
                <a:cs typeface="Helvetica Neue"/>
              </a:rPr>
              <a:t>Loss condition: house health reaches zero.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D970F4-2023-4B9B-BBA5-1EAB3DD3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rPr>
              <a:t>Win condition: every configured zombie wave is cleared.</a:t>
            </a:r>
          </a:p>
        </p:txBody>
      </p:sp>
    </p:spTree>
    <p:extLst>
      <p:ext uri="{BB962C8B-B14F-4D97-AF65-F5344CB8AC3E}">
        <p14:creationId xmlns:p14="http://schemas.microsoft.com/office/powerpoint/2010/main" val="14561982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9B4EB-946B-4EEA-805A-AF1D830E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Player Interaction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30128-7035-4C3E-8B66-011799D3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CB5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45FBE-A899-4D8D-A607-62DC8C8D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660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466070"/>
                </a:solidFill>
                <a:latin typeface="Helvetica Neue"/>
                <a:ea typeface="Helvetica Neue"/>
                <a:cs typeface="Helvetica Neue"/>
              </a:rPr>
              <a:t>CS427  |  Zombie House 3D  | 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FEEDB-4363-4155-BB62-3DEBFE17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286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19050">
            <a:solidFill>
              <a:srgbClr val="1E6473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rPr>
              <a:t>GAMEPLAY SCREENSHOT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rPr>
              <a:t>Insert a third-person capture showing movement, camera angle, and melee range.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5AA22-08EC-431E-8D64-A24EFA73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6478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rPr>
              <a:t>Direct player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CCAC0-7E3B-4BBD-925D-3D57346F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81250"/>
            <a:ext cx="3429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Third-person movement and camera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Melee attacks for nearby zombie threats.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Plant selection, placement, and removal.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9FC30-1D47-4309-8748-4453B4BC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1244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660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466070"/>
                </a:solidFill>
                <a:latin typeface="Helvetica Neue"/>
                <a:ea typeface="Helvetica Neue"/>
                <a:cs typeface="Helvetica Neue"/>
              </a:rPr>
              <a:t>Suggested capture: player attacking beside a plantable square.</a:t>
            </a:r>
          </a:p>
        </p:txBody>
      </p:sp>
    </p:spTree>
    <p:extLst>
      <p:ext uri="{BB962C8B-B14F-4D97-AF65-F5344CB8AC3E}">
        <p14:creationId xmlns:p14="http://schemas.microsoft.com/office/powerpoint/2010/main" val="19486275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6F475-DA3A-4E7E-83C8-5DDB8E56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Plants and Sun Economy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13D1E-A6B3-475E-8CAB-C3214415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CB5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216B9-1F14-434F-BBD3-27E20AC1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660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466070"/>
                </a:solidFill>
                <a:latin typeface="Helvetica Neue"/>
                <a:ea typeface="Helvetica Neue"/>
                <a:cs typeface="Helvetica Neue"/>
              </a:rPr>
              <a:t>CS427  |  Zombie House 3D  | 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A1994-5846-4F40-AD5C-976CB850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942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rPr>
              <a:t>Plants provide the strategic defense 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6FFF8-FC8E-4E92-B217-45830883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Collect sun as the resource for planting.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Place defenders on valid plantable squares.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Use Peashooter projectile attacks to pressure zombies.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5385da40946ba"/>
          <a:stretch xmlns:a="http://schemas.openxmlformats.org/drawingml/2006/main"/>
        </p:blipFill>
        <p:spPr>
          <a:xfrm xmlns:a="http://schemas.openxmlformats.org/drawingml/2006/main">
            <a:off x="876300" y="5010150"/>
            <a:ext cx="914400" cy="914400"/>
          </a:xfrm>
          <a:prstGeom xmlns:a="http://schemas.openxmlformats.org/drawingml/2006/main" prst="roundRect">
            <a:avLst>
              <a:gd name="adj" fmla="val 12500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97b8edbd74ea5"/>
          <a:stretch xmlns:a="http://schemas.openxmlformats.org/drawingml/2006/main"/>
        </p:blipFill>
        <p:spPr>
          <a:xfrm xmlns:a="http://schemas.openxmlformats.org/drawingml/2006/main">
            <a:off x="2000250" y="5010150"/>
            <a:ext cx="914400" cy="914400"/>
          </a:xfrm>
          <a:prstGeom xmlns:a="http://schemas.openxmlformats.org/drawingml/2006/main" prst="roundRect">
            <a:avLst>
              <a:gd name="adj" fmla="val 125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21162-EE0D-4DEB-8076-D58FE2D3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7637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19050">
            <a:solidFill>
              <a:srgbClr val="1E6473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rPr>
              <a:t>GAMEPLAY SCREENSHOT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rPr>
              <a:t>Insert a capture of a planted Peashooter firing at approaching zombies.</a:t>
            </a:r>
          </a:p>
        </p:txBody>
      </p:sp>
    </p:spTree>
    <p:extLst>
      <p:ext uri="{BB962C8B-B14F-4D97-AF65-F5344CB8AC3E}">
        <p14:creationId xmlns:p14="http://schemas.microsoft.com/office/powerpoint/2010/main" val="7716270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C73A8-2217-4E97-960A-7033069C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Zombie Waves and Base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AFB91-4BCD-4C3B-8C79-A8511EE9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CB5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08FED-8EC3-4058-94E6-B14AA833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660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466070"/>
                </a:solidFill>
                <a:latin typeface="Helvetica Neue"/>
                <a:ea typeface="Helvetica Neue"/>
                <a:cs typeface="Helvetica Neue"/>
              </a:rPr>
              <a:t>CS427  |  Zombie House 3D  | 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B5102-D10F-420D-B9F1-12556C06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19125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19050">
            <a:solidFill>
              <a:srgbClr val="1E6473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rPr>
              <a:t>GAMEPLAY SCREENSHOT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rPr>
              <a:t>Insert a capture with a zombie wave following a route toward the house.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F6B01-B599-42CE-8BCE-52ABEF31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811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rPr>
              <a:t>Enemy pressure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49536-9422-46FC-AAEA-8671EA40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33813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Zombies follow routes toward the house.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Health and melee attacks define each encounter.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Spider and zombie variants extend the enemy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Waves end when all spawned enemies are cleared.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6cd6eaa864554"/>
          <a:stretch xmlns:a="http://schemas.openxmlformats.org/drawingml/2006/main"/>
        </p:blipFill>
        <p:spPr>
          <a:xfrm xmlns:a="http://schemas.openxmlformats.org/drawingml/2006/main">
            <a:off x="9563100" y="5095875"/>
            <a:ext cx="762000" cy="762000"/>
          </a:xfrm>
          <a:prstGeom xmlns:a="http://schemas.openxmlformats.org/drawingml/2006/main" prst="roundRect">
            <a:avLst>
              <a:gd name="adj" fmla="val 15000"/>
            </a:avLst>
          </a:prstGeom>
        </p:spPr>
      </p:pic>
    </p:spTree>
    <p:extLst>
      <p:ext uri="{BB962C8B-B14F-4D97-AF65-F5344CB8AC3E}">
        <p14:creationId xmlns:p14="http://schemas.microsoft.com/office/powerpoint/2010/main" val="7550545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5446A-D327-45CC-968F-65CBB87E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Feedback: UI, Minimap, and Audio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7C853-5F75-46E1-BF3E-00647584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CB5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1071F-DD6E-4104-AFBE-A2F304F9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660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466070"/>
                </a:solidFill>
                <a:latin typeface="Helvetica Neue"/>
                <a:ea typeface="Helvetica Neue"/>
                <a:cs typeface="Helvetica Neue"/>
              </a:rPr>
              <a:t>CS427  |  Zombie House 3D  | 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609D8-3BE2-4C3C-9CBD-91E34449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8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rPr>
              <a:t>The game communicates the state of each round through visible and audible feedback.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77EC4-4997-452C-9E2F-251A0C84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1435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19050">
            <a:solidFill>
              <a:srgbClr val="1E6473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rPr>
              <a:t>UI / MINIMAP SCREENSHOT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rPr>
              <a:t>Insert a capture that shows HUD, minimap, and a zombie marker.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f48d8c4234857"/>
          <a:stretch xmlns:a="http://schemas.openxmlformats.org/drawingml/2006/main"/>
        </p:blipFill>
        <p:spPr>
          <a:xfrm xmlns:a="http://schemas.openxmlformats.org/drawingml/2006/main">
            <a:off x="5191125" y="485775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6014C-E1C6-4C09-AD51-1406B021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86000"/>
            <a:ext cx="4381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Minimap follows the player and identifies enemies.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Win and lose panels close the round clearly.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Separate music supports menus and gameplay maps.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Sound effects reinforce UI, combat, plants, zombies, and results.</a:t>
            </a:r>
          </a:p>
        </p:txBody>
      </p:sp>
    </p:spTree>
    <p:extLst>
      <p:ext uri="{BB962C8B-B14F-4D97-AF65-F5344CB8AC3E}">
        <p14:creationId xmlns:p14="http://schemas.microsoft.com/office/powerpoint/2010/main" val="6015921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CCDD2-1932-4648-BBA6-BE84878A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Maps and Technical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AA06D-FBC8-4809-8E70-778A027B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CB5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24B92-E882-480D-96D2-79342FAA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660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466070"/>
                </a:solidFill>
                <a:latin typeface="Helvetica Neue"/>
                <a:ea typeface="Helvetica Neue"/>
                <a:cs typeface="Helvetica Neue"/>
              </a:rPr>
              <a:t>CS427  |  Zombie House 3D  | 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D6BC4-F150-44F7-8B8D-59765333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rPr>
              <a:t>Map variants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202E1-1714-4894-87EA-C855832C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57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Day, cloudy, and night scenes present the same defense concept with different moods.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A tutorial map will introduce movement, planting, combat, removal, and objectives.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17C1D-C54D-4725-8C42-5E76E3F9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4667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19050">
            <a:solidFill>
              <a:srgbClr val="1E6473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rPr>
              <a:t>MAP SCREENSHOT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rPr>
              <a:t>Insert a wide capture of one final map variant.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499A1-C058-4777-A34B-986E34EA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4382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rPr>
              <a:t>Technology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2414D-AEA5-4B91-9F4D-0A5E1F53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4095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Unity 6.3 LTS with Universal Render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C# gameplay systems for input, waves, health, economy, UI, and audio.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Git and GitHub branches for team integration.</a:t>
            </a:r>
          </a:p>
        </p:txBody>
      </p:sp>
    </p:spTree>
    <p:extLst>
      <p:ext uri="{BB962C8B-B14F-4D97-AF65-F5344CB8AC3E}">
        <p14:creationId xmlns:p14="http://schemas.microsoft.com/office/powerpoint/2010/main" val="21072565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F3DD2-2AF6-48EE-B99A-9AF4BE69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Team and Final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166D6-FFFA-4D9A-96AF-28D2A9D9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CB5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92658-7658-4967-93DF-442BD934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660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466070"/>
                </a:solidFill>
                <a:latin typeface="Helvetica Neue"/>
                <a:ea typeface="Helvetica Neue"/>
                <a:cs typeface="Helvetica Neue"/>
              </a:rPr>
              <a:t>CS427  |  Zombie House 3D  | 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1815B-A4A5-48DB-9EB2-ACFB037A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rPr>
              <a:t>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1A7BA-80C2-4EAB-8832-5991A354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667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Huynh Tran Uy</a:t>
            </a:r>
          </a:p>
          <a:p xmlns:a="http://schemas.openxmlformats.org/drawingml/2006/main">
            <a:pPr>
              <a:defRPr sz="142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Core gameplay and zombie 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Tran My An</a:t>
            </a:r>
          </a:p>
          <a:p xmlns:a="http://schemas.openxmlformats.org/drawingml/2006/main">
            <a:pPr>
              <a:defRPr sz="142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Maps, menu, character selection, and win/lose UI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Nguyen Hoang Gia Han</a:t>
            </a:r>
          </a:p>
          <a:p xmlns:a="http://schemas.openxmlformats.org/drawingml/2006/main">
            <a:pPr>
              <a:defRPr sz="142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Audio, integration support, QA, and report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Pham Bao Kha</a:t>
            </a:r>
          </a:p>
          <a:p xmlns:a="http://schemas.openxmlformats.org/drawingml/2006/main">
            <a:pPr>
              <a:defRPr sz="142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Minimap, organization, and plantable squares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86695-5AD0-4143-98D5-9AB87FA7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478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E6473"/>
                </a:solidFill>
                <a:latin typeface="Helvetica Neue"/>
                <a:ea typeface="Helvetica Neue"/>
                <a:cs typeface="Helvetica Neue"/>
              </a:rPr>
              <a:t>Final 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0840D-82AB-48E5-B17B-08D2FF8B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33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Bring plantable squares, minimap, waves, house, and result UI into the main maps.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Complete the tutorial scene and test the full route from Main Menu to game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• Balance waves, plant costs, enemy health, and audio levels through playtests.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6780D-30CD-423A-9E92-24544863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8637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AC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9ACB5A"/>
                </a:solidFill>
                <a:latin typeface="Helvetica Neue"/>
                <a:ea typeface="Helvetica Neue"/>
                <a:cs typeface="Helvetica Neue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38933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2026-09-04T14:56:58.0030000Z</dcterms:created>
  <dcterms:modified xsi:type="dcterms:W3CDTF">2026-09-04T14:56:58.0030000Z</dcterms:modified>
</coreProperties>
</file>